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如何快速通关MC（从零到屠龙）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先搞懂：什么叫“通关MC”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通关 = 击杀最终Boss【末影龙】</a:t>
            </a:r>
          </a:p>
          <a:p>
            <a:r>
              <a:t>官方速通标准纪录约 2 分 23 秒，TAS（工具辅助）可达 1 分 35 秒</a:t>
            </a:r>
          </a:p>
          <a:p>
            <a:r>
              <a:t>Any%：任意种子，靠运气+操作拼速度</a:t>
            </a:r>
          </a:p>
          <a:p>
            <a:r>
              <a:t>Set Seed：固定种子，路线固定、更拼技术</a:t>
            </a:r>
          </a:p>
          <a:p>
            <a:r>
              <a:t>别被纪录吓到——正常玩 1 小时内通关完全可行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通关主线路一览（记住这5步）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撸树开局 → 木/石工具</a:t>
            </a:r>
          </a:p>
          <a:p>
            <a:r>
              <a:t>② 下界取烈焰棒 → 合成烈焰粉</a:t>
            </a:r>
          </a:p>
          <a:p>
            <a:r>
              <a:t>③ 收集末影珍珠 → 合成末影之眼</a:t>
            </a:r>
          </a:p>
          <a:p>
            <a:r>
              <a:t>④ 用眼睛找要塞 → 激活末地传送门</a:t>
            </a:r>
          </a:p>
          <a:p>
            <a:r>
              <a:t>⑤ 摧毁水晶 + 屠龙 = 通关！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阶段一：开局10分钟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第一时间撸树，做工作台 + 木镐</a:t>
            </a:r>
          </a:p>
          <a:p>
            <a:r>
              <a:t>立刻去挖石头，升级石镐、石剑、石斧</a:t>
            </a:r>
          </a:p>
          <a:p>
            <a:r>
              <a:t>天黑了别恋战，先挖个洞/放床过夜</a:t>
            </a:r>
          </a:p>
          <a:p>
            <a:r>
              <a:t>快速点火把照路，见到村庄优先拿食物、床、干草垛</a:t>
            </a:r>
          </a:p>
          <a:p>
            <a:r>
              <a:t>目标：有一把石剑 + 基础食物，别追求全套铁装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阶段二：进入下界拿烈焰棒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用10块黑曜石 + 打火石搭下界传送门</a:t>
            </a:r>
          </a:p>
          <a:p>
            <a:r>
              <a:t>进入下界后先找【下界要塞】（沿一个方向直线走）</a:t>
            </a:r>
          </a:p>
          <a:p>
            <a:r>
              <a:t>要塞内击杀【烈焰人】掉落烈焰棒（掉落率高、可堆叠抢夺附魔）</a:t>
            </a:r>
          </a:p>
          <a:p>
            <a:r>
              <a:t>烈焰棒 → 合成【烈焰粉】（这是末影之眼的一半材料）</a:t>
            </a:r>
          </a:p>
          <a:p>
            <a:r>
              <a:t>小技巧：带盾挡火球，水桶在下界没用（会蒸发）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阶段三：收集末影珍珠 + 找要塞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末影珍珠来自【末影人】，夜晚/末地/空洞处刷得多</a:t>
            </a:r>
          </a:p>
          <a:p>
            <a:r>
              <a:t>末影之眼配方：1 烈焰粉 + 1 末影珍珠</a:t>
            </a:r>
          </a:p>
          <a:p>
            <a:r>
              <a:t>建议备 12~14 个末影之眼（因为丢出去有概率破碎）</a:t>
            </a:r>
          </a:p>
          <a:p>
            <a:r>
              <a:t>丢末影之眼它会飞向最近的要塞（主世界才有效）</a:t>
            </a:r>
          </a:p>
          <a:p>
            <a:r>
              <a:t>顺着方向走，重复投掷直到眼睛开始下坠 → 往地下挖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阶段四：激活末地传送门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在要塞里找到【传送门房间】（悬在岩浆池上方）</a:t>
            </a:r>
          </a:p>
          <a:p>
            <a:r>
              <a:t>末地传送门由12个框架围成一个环，每个框架有10%概率自带末影之眼</a:t>
            </a:r>
          </a:p>
          <a:p>
            <a:r>
              <a:t>把末影之眼放进空格框架，12个填满即激活</a:t>
            </a:r>
          </a:p>
          <a:p>
            <a:r>
              <a:t>门前建议放一张床当重生点，方便翻车后回来捡装备</a:t>
            </a:r>
          </a:p>
          <a:p>
            <a:r>
              <a:t>进传送门 → 抵达末地，1秒后末影龙生成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阶段五：屠龙——先拆水晶！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末影龙有200点血，末地水晶会持续给它回血</a:t>
            </a:r>
          </a:p>
          <a:p>
            <a:r>
              <a:t>所以第一步：射爆所有【末地水晶】</a:t>
            </a:r>
          </a:p>
          <a:p>
            <a:r>
              <a:t>高柱上有铁笼保护的水晶，需爬上去近战或用弓箭卡空隙射</a:t>
            </a:r>
          </a:p>
          <a:p>
            <a:r>
              <a:t>水晶爆炸会误伤你，近战前先放方块当掩体</a:t>
            </a:r>
          </a:p>
          <a:p>
            <a:r>
              <a:t>水晶拆得越多，龙越频繁落到祭坛上方——这就是输出良机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核心秒杀技巧：床炸龙 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在末地放床会引发大爆炸，对龙造成巨量伤害</a:t>
            </a:r>
          </a:p>
          <a:p>
            <a:r>
              <a:t>龙停在祭坛上方时，贴着它放床躺下引爆</a:t>
            </a:r>
          </a:p>
          <a:p>
            <a:r>
              <a:t>Java版最少约 4 张床 / 基岩版约 3 张床即可杀龙</a:t>
            </a:r>
          </a:p>
          <a:p>
            <a:r>
              <a:t>必须提前搭好掩体（如黑曜石），因为爆炸时举不了盾</a:t>
            </a:r>
          </a:p>
          <a:p>
            <a:r>
              <a:t>备选：重生锚（可堆叠、不占位），TNT 是下位替代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走位与防翻车要点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龙会冲撞把你撞飞，小心掉进虚空</a:t>
            </a:r>
          </a:p>
          <a:p>
            <a:r>
              <a:t>多用【水桶】缓冲落地、逃生，还能搭水上黑曜石柱</a:t>
            </a:r>
          </a:p>
          <a:p>
            <a:r>
              <a:t>带末影珍珠，落地前瞬移可规避摔落伤害</a:t>
            </a:r>
          </a:p>
          <a:p>
            <a:r>
              <a:t>龙息会持续掉血，别站在紫色云雾里</a:t>
            </a:r>
          </a:p>
          <a:p>
            <a:r>
              <a:t>带金苹果 / 药水，血量低了果断撤到掩体后回血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战备清单（照抄就行）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武器：附魔铁剑/钻石剑、力量弓（无限附魔）、三叉戟</a:t>
            </a:r>
          </a:p>
          <a:p>
            <a:r>
              <a:t>防具：全套铁/钻石甲 + 保护附魔、盾牌</a:t>
            </a:r>
          </a:p>
          <a:p>
            <a:r>
              <a:t>工具：钻石镐（挖黑曜石）、水桶×2、打火石</a:t>
            </a:r>
          </a:p>
          <a:p>
            <a:r>
              <a:t>消耗：床（或羊毛+木板×N）、金苹果、食物、箭</a:t>
            </a:r>
          </a:p>
          <a:p>
            <a:r>
              <a:t>辅助：末影珍珠、玻璃瓶（收龙息）、雕刻南瓜（防末影人）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新手最容易翻车的5个点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裸装冲末地，见面就被龙息送走</a:t>
            </a:r>
          </a:p>
          <a:p>
            <a:r>
              <a:t>② 忘了拆水晶，龙一直回血打不死</a:t>
            </a:r>
          </a:p>
          <a:p>
            <a:r>
              <a:t>③ 用床炸龙不搭掩体，自己被炸死</a:t>
            </a:r>
          </a:p>
          <a:p>
            <a:r>
              <a:t>④ 站在边缘被龙一撞掉进虚空</a:t>
            </a:r>
          </a:p>
          <a:p>
            <a:r>
              <a:t>⑤ 没设重生点，死亡后装备全丢在末地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击杀奖励与成就感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首次杀龙掉落12000经验，够从0级直接升到68级</a:t>
            </a:r>
          </a:p>
          <a:p>
            <a:r>
              <a:t>末地祭坛顶部掉落【龙蛋】纪念品</a:t>
            </a:r>
          </a:p>
          <a:p>
            <a:r>
              <a:t>祭坛激活，可反复重生再战</a:t>
            </a:r>
          </a:p>
          <a:p>
            <a:r>
              <a:t>每杀一次生成一个【末地折跃门】，通往末地外岛</a:t>
            </a:r>
          </a:p>
          <a:p>
            <a:r>
              <a:t>通关只是开始——鞘翅、末地城、更多冒险等你探索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练习建议 &amp; 结语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先在创造模式熟悉地形与路线，再上生存</a:t>
            </a:r>
          </a:p>
          <a:p>
            <a:r>
              <a:t>想提速可以记固定种子，反复刷同一条路线</a:t>
            </a:r>
          </a:p>
          <a:p>
            <a:r>
              <a:t>多看速通大神的POV录像，学走位和卡点</a:t>
            </a:r>
          </a:p>
          <a:p>
            <a:r>
              <a:t>心态第一：翻车很正常，重开就是进步</a:t>
            </a:r>
          </a:p>
          <a:p>
            <a:r>
              <a:t>祝你早日屠龙，成为朋友眼里的速通大神！🐉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